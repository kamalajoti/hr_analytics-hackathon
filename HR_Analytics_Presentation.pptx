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HR Analytics Hackathon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Employee </a:t>
            </a:r>
            <a:r>
              <a:rPr lang="en-US" dirty="0"/>
              <a:t>Promotion</a:t>
            </a:r>
            <a:r>
              <a:rPr dirty="0"/>
              <a:t> Prediction</a:t>
            </a:r>
          </a:p>
          <a:p>
            <a:r>
              <a:rPr dirty="0"/>
              <a:t>Kamalam Jayaraman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Predict </a:t>
            </a:r>
            <a:r>
              <a:rPr lang="en-US" dirty="0"/>
              <a:t>employees who are eligible for promotion  depending upon various key factors like </a:t>
            </a:r>
            <a:r>
              <a:rPr lang="en-US" dirty="0" err="1"/>
              <a:t>no_of_trainings</a:t>
            </a:r>
            <a:r>
              <a:rPr lang="en-US" dirty="0"/>
              <a:t>, </a:t>
            </a:r>
            <a:r>
              <a:rPr lang="en-US" dirty="0" err="1"/>
              <a:t>kpis_met</a:t>
            </a:r>
            <a:r>
              <a:rPr lang="en-US" dirty="0"/>
              <a:t>, </a:t>
            </a:r>
            <a:r>
              <a:rPr lang="en-US" dirty="0" err="1"/>
              <a:t>awards_won</a:t>
            </a:r>
            <a:r>
              <a:rPr lang="en-US" dirty="0"/>
              <a:t> and average training score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Employee demographics</a:t>
            </a:r>
          </a:p>
          <a:p>
            <a:r>
              <a:rPr lang="en-US" dirty="0"/>
              <a:t>Employee attended no-</a:t>
            </a:r>
            <a:r>
              <a:rPr lang="en-US" dirty="0" err="1"/>
              <a:t>of_trainings</a:t>
            </a:r>
            <a:r>
              <a:rPr lang="en-US" dirty="0"/>
              <a:t>, </a:t>
            </a:r>
            <a:r>
              <a:rPr lang="en-US" dirty="0" err="1"/>
              <a:t>kpis_met</a:t>
            </a:r>
            <a:r>
              <a:rPr lang="en-US" dirty="0"/>
              <a:t>, awards won and training score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Renaming columns </a:t>
            </a:r>
            <a:r>
              <a:rPr lang="en-US" dirty="0" err="1"/>
              <a:t>kpis_met</a:t>
            </a:r>
            <a:r>
              <a:rPr lang="en-US" dirty="0"/>
              <a:t> and </a:t>
            </a:r>
            <a:r>
              <a:rPr lang="en-US" dirty="0" err="1"/>
              <a:t>awards_won</a:t>
            </a:r>
            <a:r>
              <a:rPr lang="en-US" dirty="0"/>
              <a:t> are these are not standard</a:t>
            </a:r>
          </a:p>
          <a:p>
            <a:r>
              <a:rPr dirty="0"/>
              <a:t>Missing value handling</a:t>
            </a:r>
            <a:r>
              <a:rPr lang="en-US" dirty="0"/>
              <a:t> – For categorical data used </a:t>
            </a:r>
            <a:r>
              <a:rPr lang="en-US" dirty="0" err="1"/>
              <a:t>most_frequent</a:t>
            </a:r>
            <a:r>
              <a:rPr lang="en-US" dirty="0"/>
              <a:t> and numerical used mean </a:t>
            </a:r>
            <a:endParaRPr dirty="0"/>
          </a:p>
          <a:p>
            <a:r>
              <a:rPr dirty="0"/>
              <a:t>Encoding categorical variables</a:t>
            </a:r>
          </a:p>
          <a:p>
            <a:r>
              <a:rPr dirty="0"/>
              <a:t>Scalin</a:t>
            </a:r>
            <a:r>
              <a:rPr lang="en-US" dirty="0"/>
              <a:t>g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EDA was performed at univariate and bivariate level to identify outliers , relation ship between the columns and data skewness</a:t>
            </a:r>
          </a:p>
          <a:p>
            <a:pPr marL="0" indent="0">
              <a:buNone/>
            </a:pPr>
            <a:r>
              <a:rPr lang="en-US" dirty="0"/>
              <a:t>using </a:t>
            </a:r>
            <a:r>
              <a:rPr lang="en-US" dirty="0" err="1"/>
              <a:t>distplot</a:t>
            </a:r>
            <a:r>
              <a:rPr lang="en-US" dirty="0"/>
              <a:t> , histogram and pair plot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Logistic Regression</a:t>
            </a:r>
            <a:r>
              <a:rPr lang="en-US" dirty="0"/>
              <a:t> with Grid search </a:t>
            </a:r>
            <a:endParaRPr dirty="0"/>
          </a:p>
          <a:p>
            <a:r>
              <a:rPr dirty="0"/>
              <a:t>Decision Tree</a:t>
            </a:r>
            <a:r>
              <a:rPr lang="en-US" dirty="0"/>
              <a:t>  with Grid search </a:t>
            </a:r>
          </a:p>
          <a:p>
            <a:r>
              <a:rPr lang="en-US" dirty="0"/>
              <a:t>Random over and under sampling</a:t>
            </a:r>
            <a:endParaRPr dirty="0"/>
          </a:p>
          <a:p>
            <a:r>
              <a:rPr dirty="0"/>
              <a:t>Hyperparameter tuning</a:t>
            </a:r>
            <a:endParaRPr lang="en-US" dirty="0"/>
          </a:p>
          <a:p>
            <a:r>
              <a:rPr lang="en-IN" dirty="0"/>
              <a:t>Random forest</a:t>
            </a:r>
          </a:p>
          <a:p>
            <a:r>
              <a:rPr lang="en-IN" dirty="0" err="1"/>
              <a:t>AdA</a:t>
            </a:r>
            <a:r>
              <a:rPr lang="en-IN" dirty="0"/>
              <a:t> Booster</a:t>
            </a:r>
          </a:p>
          <a:p>
            <a:pPr marL="0" indent="0">
              <a:buNone/>
            </a:pPr>
            <a:r>
              <a:rPr lang="en-IN" dirty="0"/>
              <a:t>The data seems to be imbalanced hence applied over and under sampling to improve the model performance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Accuracy</a:t>
            </a:r>
          </a:p>
          <a:p>
            <a:r>
              <a:rPr dirty="0"/>
              <a:t>Precision</a:t>
            </a:r>
          </a:p>
          <a:p>
            <a:r>
              <a:rPr dirty="0"/>
              <a:t>Recall</a:t>
            </a:r>
          </a:p>
          <a:p>
            <a:r>
              <a:rPr dirty="0"/>
              <a:t>F1-score</a:t>
            </a:r>
            <a:endParaRPr lang="en-US" dirty="0"/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Even though the accuracy was around 99% in Decision Tree algorithm there seems to be overfitting test score was always low. After applying various algorithm Decision tree classifier score was higher comparing to other algorithm.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Best performing model selected</a:t>
            </a:r>
            <a:r>
              <a:rPr lang="en-US" dirty="0"/>
              <a:t> ( Decision Tree Classifier)</a:t>
            </a:r>
            <a:endParaRPr dirty="0"/>
          </a:p>
          <a:p>
            <a:r>
              <a:rPr dirty="0"/>
              <a:t>Improved prediction accuracy</a:t>
            </a:r>
            <a:r>
              <a:rPr lang="en-US" dirty="0"/>
              <a:t>   </a:t>
            </a:r>
          </a:p>
          <a:p>
            <a:endParaRPr lang="en-US" dirty="0"/>
          </a:p>
          <a:p>
            <a:r>
              <a:rPr lang="en-US" dirty="0"/>
              <a:t>Deployment:</a:t>
            </a:r>
          </a:p>
          <a:p>
            <a:r>
              <a:rPr lang="en-US" dirty="0"/>
              <a:t>The data was deployed in web using stream lit and in GCP using Fast </a:t>
            </a:r>
            <a:r>
              <a:rPr lang="en-US" dirty="0" err="1"/>
              <a:t>api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set is highly imbalanced</a:t>
            </a:r>
          </a:p>
          <a:p>
            <a:r>
              <a:rPr lang="en-US" dirty="0"/>
              <a:t>High accuracy due to predicting negatives accurately</a:t>
            </a:r>
          </a:p>
          <a:p>
            <a:r>
              <a:rPr lang="en-US" dirty="0"/>
              <a:t>Model is biased towards 0</a:t>
            </a:r>
          </a:p>
          <a:p>
            <a:endParaRPr lang="en-US" dirty="0"/>
          </a:p>
          <a:p>
            <a:r>
              <a:rPr lang="en-US" dirty="0"/>
              <a:t>This tells us employees with high training score, </a:t>
            </a:r>
            <a:r>
              <a:rPr lang="en-US" dirty="0" err="1"/>
              <a:t>kpis_met</a:t>
            </a:r>
            <a:r>
              <a:rPr lang="en-US" dirty="0"/>
              <a:t> and awards won have high chance of getting promoted.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279</Words>
  <Application>Microsoft Office PowerPoint</Application>
  <PresentationFormat>On-screen Show (4:3)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HR Analytics Hackathon</vt:lpstr>
      <vt:lpstr>Problem Statement</vt:lpstr>
      <vt:lpstr>Dataset Overview</vt:lpstr>
      <vt:lpstr>Data Preprocessing</vt:lpstr>
      <vt:lpstr>Exploratory Data Analysis</vt:lpstr>
      <vt:lpstr>Modeling Approach</vt:lpstr>
      <vt:lpstr>Evaluation Metrics</vt:lpstr>
      <vt:lpstr>Results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kiran</dc:creator>
  <cp:keywords/>
  <dc:description>generated using python-pptx</dc:description>
  <cp:lastModifiedBy>kiranjayaraman2006@gmail.com</cp:lastModifiedBy>
  <cp:revision>3</cp:revision>
  <dcterms:created xsi:type="dcterms:W3CDTF">2013-01-27T09:14:16Z</dcterms:created>
  <dcterms:modified xsi:type="dcterms:W3CDTF">2026-01-04T13:35:27Z</dcterms:modified>
  <cp:category/>
</cp:coreProperties>
</file>